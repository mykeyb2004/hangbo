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</p:sldIdLst>
  <p:sldSz cx="12192000" cy="6858000"/>
  <p:notesSz cx="6858000" cy="9144000"/>
  <p:embeddedFontLst>
    <p:embeddedFont>
      <p:font typeface="等线" panose="02010600030101010101" pitchFamily="2" charset="-122"/>
      <p:regular r:id="rId5"/>
      <p:bold r:id="rId6"/>
    </p:embeddedFont>
  </p:embeddedFontLst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0" autoAdjust="0"/>
    <p:restoredTop sz="92000" autoAdjust="0"/>
  </p:normalViewPr>
  <p:slideViewPr>
    <p:cSldViewPr snapToGrid="0" showGuides="1">
      <p:cViewPr varScale="1">
        <p:scale>
          <a:sx n="176" d="100"/>
          <a:sy n="176" d="100"/>
        </p:scale>
        <p:origin x="864" y="200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会展类客户满意度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/02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展览主承办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设备租赁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会场服务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专业观众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展会路线安排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工程设备服务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园区停车便利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快递物流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餐饮类客户满意度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/03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商务简餐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菜品分量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8.19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特色美食廊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菜肴份量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餐饮客户——婚宴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婚宴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婚宴茶歇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餐饮客户——婚宴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dirty="0"/>
                <a:t>G20</a:t>
              </a:r>
              <a:r>
                <a:rPr lang="zh-CN" altLang="en-US" dirty="0"/>
                <a:t>峰会体验场馆满意度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/04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游客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旅行社工作人员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酒店客户满意度及酒店暗访评分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/05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散客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零点服务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住宿团队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自助晚餐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零点服务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酒店参会客户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2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酒店客户——酒店会议主（承）办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酒店客户——酒店会议主（承）办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酒店餐饮客户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8.34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289</TotalTime>
  <Words>7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等线</vt:lpstr>
      <vt:lpstr>Arial</vt:lpstr>
      <vt:lpstr>3_主题5</vt:lpstr>
      <vt:lpstr>think-cell 幻灯片</vt:lpstr>
      <vt:lpstr>项目执行情况—样本收集情况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1466</cp:revision>
  <cp:lastPrinted>2020-04-29T16:00:00Z</cp:lastPrinted>
  <dcterms:created xsi:type="dcterms:W3CDTF">2020-04-29T16:00:00Z</dcterms:created>
  <dcterms:modified xsi:type="dcterms:W3CDTF">2026-04-08T15:59:48Z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