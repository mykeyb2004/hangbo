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总体判断：展览主承办体验由销售、现场搭建及展后回访等高满意度环节支撑，但总体满意度9.26低于重要性9.73，存在预期落差。</a:t>
            </a:r>
          </a:p>
          <a:p>
            <a:r>
              <a:t>关注点：餐饮服务（7.6分）及交通便利性（8.57分）为显著弱势项，且重要性均接近满分，是制约整体评分的关键短板。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总体判断：参展商体验由会场服务与硬件设施的高满意度支撑，配套服务中的餐饮服务及智慧场馆模块相对偏弱。</a:t>
            </a:r>
          </a:p>
          <a:p>
            <a:r>
              <a:t>关注点：餐饮服务满意度（8.48）显著低于其重要性（9.33），室内导航系统满意度（8.67）低于重要性（8.33）的差距亦需关注。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总体判断：专业观众满意度达9.7分，体验由会展服务的高分表现支撑，硬件设施与配套服务中餐饮、标识等环节为相对偏弱项。</a:t>
            </a:r>
          </a:p>
          <a:p>
            <a:r>
              <a:t>亮点：会展服务二级指标满意度满分，工作人员仪容、态度及业务技能均获10分认可。</a:t>
            </a:r>
          </a:p>
          <a:p>
            <a:r>
              <a:t>关注点：标识标牌清晰度（9.17）与餐饮服务（8.5）满意度偏低，且重要性均接近10分，需优先优化现场指引与餐饮供给。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总体判断：会展服务商满意度达9.77分，体验主要依托会展服务与硬件设施的高分支撑，配套服务板块相对偏弱。</a:t>
            </a:r>
          </a:p>
          <a:p>
            <a:r>
              <a:t>亮点：会展服务与硬件设施得分均超9.8分，其中现场协调、工程设备及交通流线等核心指标表现优异。</a:t>
            </a:r>
          </a:p>
          <a:p>
            <a:r>
              <a:t>关注点：餐饮服务满意度仅8.33分，为全表最低项，需重点优化餐食品质与服务响应速度。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总体判断：会议主承办体验由会展服务的高分表现强力支撑，满意度9.85高于重要性9.77。</a:t>
            </a:r>
          </a:p>
          <a:p>
            <a:r>
              <a:t>亮点：会展服务各项指标均接近满分，展现极强竞争力。</a:t>
            </a:r>
          </a:p>
          <a:p>
            <a:r>
              <a:t>关注点：硬件设施中“交通便利”满意度（9.33）低于重要性（10），为最显著弱势项；餐饮服务满意度（9.33）亦低于重要性，需重点优化。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总体判断：商务简餐整体满意度9.69分，核心体验由餐饮服务全维度满分强力支撑，但硬件设施相对偏弱，成为制约体验进一步提升的主要短板。</a:t>
            </a:r>
          </a:p>
          <a:p>
            <a:r>
              <a:t>关注点：园区停车方便（9.25分）及标识标牌清晰（9.38分）均低于9.5分，且重要性均为10分，建议重点优化停车引导与场内标识系统。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特色美食廊满意度9.92分，体验由全满分智慧场馆及高分餐饮服务支撑。标识标牌清晰得分相对偏弱，是硬件环节中主要短板。建议优先优化导视系统，补齐最后100米体验闭环。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总体判断：自助餐总体满意度9.68分，体验由菜品供应速度、接待指引及硬件设施的高分表现支撑，整体表现稳健。</a:t>
            </a:r>
          </a:p>
          <a:p>
            <a:r>
              <a:t>亮点：菜品供应速度与接待指引均获满分，硬件设施中园区停车方便度达9.89分，服务流程与环境体验优势显著。</a:t>
            </a:r>
          </a:p>
          <a:p>
            <a:r>
              <a:t>关注点：菜品地方特色满意度仅8.94分，与重要性9.63分存在明显落差，且菜肴品种评分偏低，需重点优化特色菜品结构与供给丰富度。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宴会总体满意度9.98分，体验由餐饮服务全项高分强力支撑，硬件设施表现稳健。</a:t>
            </a:r>
          </a:p>
          <a:p>
            <a:r>
              <a:t>亮点：餐饮服务二级指标均达9.98分，菜品温度、口味及接待指引等核心触点均获满分。</a:t>
            </a:r>
          </a:p>
          <a:p>
            <a:r>
              <a:t>关注点：硬件设施中“标识标牌清晰”得分9.91，为全场最低分，建议核查现场指引系统的可视性与更新机制。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总体判断：游客体验由旅游服务与硬件设施的满分表现强力支撑，智慧服务成为唯一短板。</a:t>
            </a:r>
          </a:p>
          <a:p>
            <a:r>
              <a:t>关注点：自助售卖满意度仅8分，与9分重要性形成明显差距，需重点优化。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总体判断：旅行社工作人员在G20峰会体验馆的满意度达9.89分，体验由旅游服务与智慧服务的满分表现强力支撑，硬件设施中“标识标牌清晰”是主要相对偏弱项。</a:t>
            </a:r>
          </a:p>
          <a:p>
            <a:r>
              <a:t>亮点：旅游服务全维度满分，智慧服务各项指标均达10分。</a:t>
            </a:r>
          </a:p>
          <a:p>
            <a:r>
              <a:t>关注点：硬件设施整体9.67分，受“标识标牌清晰”（9分）影响，需优化场馆内部指引系统以提升寻路效率。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总体判断：酒店散客体验由餐饮服务（9.88）强力支撑，入住服务（9.36）为相对偏弱板块。</a:t>
            </a:r>
          </a:p>
          <a:p>
            <a:r>
              <a:t>关注点：入住登记（8.0）是核心短板，需重点优化流程效率。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总体判断：酒店会议主承办体验由会展服务与配套服务的高分表现支撑，硬件设施相对偏弱。</a:t>
            </a:r>
          </a:p>
          <a:p>
            <a:r>
              <a:t>亮点：会展服务各细分指标均获满分，服务响应与协调配合表现优异。</a:t>
            </a:r>
          </a:p>
          <a:p>
            <a:r>
              <a:t>关注点：工程设施设备满意度仅9分，显著低于重要性预期，需重点排查故障率或老化问题。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总体判断：酒店餐饮客户总体满意度9.49，略低于9.57的重要性预期，基础体验由餐饮服务（9.72）支撑，但硬件设施（9.25）相对偏弱。</a:t>
            </a:r>
          </a:p>
          <a:p>
            <a:r>
              <a:t>关注点：餐饮服务中“菜品地方特色”满意度（9.0）与重要性（10）差距最大；硬件设施中“交通便利，容易到达”满意度（8.5）低于重要性（9.75），需优先改进。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总体判断：展览主承办体验由销售、现场搭建及展后回访等高满意度环节支撑，但总体满意度9.26低于重要性9.73，存在预期落差。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关注点：餐饮服务（7.6分）及交通便利性（8.57分）为显著弱势项，且重要性均接近满分，是制约整体评分的关键短板。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0872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总体判断：参展商体验由会场服务与硬件设施的高满意度支撑，配套服务中的餐饮服务及智慧场馆模块相对偏弱。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关注点：餐饮服务满意度（8.48）显著低于其重要性（9.33），室内导航系统满意度（8.67）低于重要性（8.33）的差距亦需关注。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总体判断：专业观众满意度达9.7分，体验由会展服务的高分表现支撑，硬件设施与配套服务中餐饮、标识等环节为相对偏弱项。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亮点：会展服务二级指标满意度满分，工作人员仪容、态度及业务技能均获10分认可。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关注点：标识标牌清晰度（9.17）与餐饮服务（8.5）满意度偏低，且重要性均接近10分，需优先优化现场指引与餐饮供给。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总体判断：会展服务商满意度达9.77分，体验主要依托会展服务与硬件设施的高分支撑，配套服务板块相对偏弱。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亮点：会展服务与硬件设施得分均超9.8分，其中现场协调、工程设备及交通流线等核心指标表现优异。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关注点：餐饮服务满意度仅8.33分，为全表最低项，需重点优化餐食品质与服务响应速度。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总体判断：会议主承办体验由会展服务的高分表现强力支撑，满意度9.85高于重要性9.77。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亮点：会展服务各项指标均接近满分，展现极强竞争力。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关注点：硬件设施中“交通便利”满意度（9.33）低于重要性（10），为最显著弱势项；餐饮服务满意度（9.33）亦低于重要性，需重点优化。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总体判断：商务简餐整体满意度9.69分，核心体验由餐饮服务全维度满分强力支撑，但硬件设施相对偏弱，成为制约体验进一步提升的主要短板。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关注点：园区停车方便（9.25分）及标识标牌清晰（9.38分）均低于9.5分，且重要性均为10分，建议重点优化停车引导与场内标识系统。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233946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特色美食廊满意度9.92分，体验由全满分智慧场馆及高分餐饮服务支撑。标识标牌清晰得分相对偏弱，是硬件环节中主要短板。建议优先优化导视系统，补齐最后100米体验闭环。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总体判断：自助餐总体满意度9.68分，体验由菜品供应速度、接待指引及硬件设施的高分表现支撑，整体表现稳健。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亮点：菜品供应速度与接待指引均获满分，硬件设施中园区停车方便度达9.89分，服务流程与环境体验优势显著。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关注点：菜品地方特色满意度仅8.94分，与重要性9.63分存在明显落差，且菜肴品种评分偏低，需重点优化特色菜品结构与供给丰富度。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宴会总体满意度9.98分，体验由餐饮服务全项高分强力支撑，硬件设施表现稳健。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亮点：餐饮服务二级指标均达9.98分，菜品温度、口味及接待指引等核心触点均获满分。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关注点：硬件设施中“标识标牌清晰”得分9.91，为全场最低分，建议核查现场指引系统的可视性与更新机制。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自助售卖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275148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总体判断：游客体验由旅游服务与硬件设施的满分表现强力支撑，智慧服务成为唯一短板。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关注点：自助售卖满意度仅8分，与9分重要性形成明显差距，需重点优化。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语音导览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自助售卖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线上商城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总体判断：旅行社工作人员在G20峰会体验馆的满意度达9.89分，体验由旅游服务与智慧服务的满分表现强力支撑，硬件设施中“标识标牌清晰”是主要相对偏弱项。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亮点：旅游服务全维度满分，智慧服务各项指标均达10分。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关注点：硬件设施整体9.67分，受“标识标牌清晰”（9分）影响，需优化场馆内部指引系统以提升寻路效率。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2415666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总体判断：酒店散客体验由餐饮服务（9.88）强力支撑，入住服务（9.36）为相对偏弱板块。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关注点：入住登记（8.0）是核心短板，需重点优化流程效率。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总体判断：酒店会议主承办体验由会展服务与配套服务的高分表现支撑，硬件设施相对偏弱。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亮点：会展服务各细分指标均获满分，服务响应与协调配合表现优异。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关注点：工程设施设备满意度仅9分，显著低于重要性预期，需重点排查故障率或老化问题。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总体判断：酒店餐饮客户总体满意度9.49，略低于9.57的重要性预期，基础体验由餐饮服务（9.72）支撑，但硬件设施（9.25）相对偏弱。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关注点：餐饮服务中“菜品地方特色”满意度（9.0）与重要性（10）差距最大；硬件设施中“交通便利，容易到达”满意度（8.5）低于重要性（9.75），需优先改进。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