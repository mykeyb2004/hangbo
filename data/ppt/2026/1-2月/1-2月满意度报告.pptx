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5" r:id="rId1"/>
  </p:sldMasterIdLst>
  <p:notesMasterIdLst>
    <p:notesMasterId r:id="rId3"/>
  </p:notesMasterIdLst>
  <p:handoutMasterIdLst>
    <p:handoutMasterId r:id="rId4"/>
  </p:handoutMasterIdLst>
  <p:sldIdLst>
    <p:sldId id="256" r:id="rId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</p:sldIdLst>
  <p:sldSz cx="12192000" cy="6858000"/>
  <p:notesSz cx="6858000" cy="9144000"/>
  <p:embeddedFontLst>
    <p:embeddedFont>
      <p:font typeface="等线" panose="02010600030101010101" pitchFamily="2" charset="-122"/>
      <p:regular r:id="rId5"/>
      <p:bold r:id="rId6"/>
    </p:embeddedFont>
  </p:embeddedFontLst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F26B43"/>
          </p15:clr>
        </p15:guide>
        <p15:guide id="3" orient="horz" pos="2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DELL" initials="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48"/>
    <a:srgbClr val="BB2647"/>
    <a:srgbClr val="F3E8E9"/>
    <a:srgbClr val="ECA0B1"/>
    <a:srgbClr val="F7F9FD"/>
    <a:srgbClr val="F9E9EC"/>
    <a:srgbClr val="DE9BA4"/>
    <a:srgbClr val="A40000"/>
    <a:srgbClr val="BD374A"/>
    <a:srgbClr val="EB4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0" autoAdjust="0"/>
    <p:restoredTop sz="92000" autoAdjust="0"/>
  </p:normalViewPr>
  <p:slideViewPr>
    <p:cSldViewPr snapToGrid="0" showGuides="1">
      <p:cViewPr varScale="1">
        <p:scale>
          <a:sx n="176" d="100"/>
          <a:sy n="176" d="100"/>
        </p:scale>
        <p:origin x="864" y="200"/>
      </p:cViewPr>
      <p:guideLst>
        <p:guide pos="3839"/>
        <p:guide orient="horz" pos="2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45000" cy="45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览活动主（承）办客户满意度维持高位，整体评价为9.14，各模块中会展服务和硬件设施表现较强，其中硬件设施达到9.71，成为当前最突出的优势项；会展服务为9.33，销售经理服务态度、业务能力、现场对接协调沟通及服务效率均获10分，体现出前端商务对接和现场协同能力较为稳定。硬件设施方面，园区停车方便、交通便利、标识标牌清晰、设施设备齐全及展厅使用情况均处于高分水平，场馆基础承载能力获得较好认可。相对而言，配套服务表现平稳，安保、保洁均为9分；短板主要集中在智慧场馆，满意度为8.5，低于该模块重要性，尤其寻车系统和云上看馆均为8分，室内导航系统为9分但重要性更高，后续需重点关注数字化触点体验与功能适配度。另需关注设备租赁满意度为9分、低于其重要性10分，存在进一步优化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展商整体满意度为9.65，维持较高水平，整体服务表现稳定，但各维度之间存在一定分化。会场服务得分9.99，为表现最强板块，工作人员仪容仪表、服务态度、业务技能均为满分，现场布置与搭建也保持高位，体现出现场服务执行较为到位。配套服务满意度为9.83，其中安保服务、保洁服务均获满分，餐饮服务为9.50，整体处于较好水平。相较之下，硬件设施得分9.13，是当前相对薄弱环节，短板主要集中在园区停车方便、标识标牌清晰、展厅使用情况及设施设备齐全等项目，尤其停车方便得分仅8分，与重要性之间存在较明显差距。后续建议优先围绕参展动线、到达便利性及场馆基础配套体验持续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体满意度维持高位，专业观众总体满意度为9.77分，在各项评价中呈现出服务强、配套稳、硬件端存在局部短板的特征。会展服务表现最为突出，二级指标达到10分，工作人员仪容仪表、服务态度和业务技能均获满分，体现出一线服务在专业性与服务表现上的稳定输出。配套服务同样保持较高水准，满意度为9.95分，其中安保服务、保洁服务均为10分，餐饮服务为9.85分，整体支撑较为扎实。相较之下，硬件设施为9.37分，低于总体水平，是当前相对偏弱的板块；其中园区停车方便仅8分，与重要性存在较明显差距，是最突出的短板，标识标牌清晰为9.27分、展会路线安排为9.37分，也仍有优化空间。交通便利、参展环境、设施设备齐全和展厅使用情况均处于较好水平。后续可优先围绕停车组织、导视清晰度及动线体验持续优化，以缩小硬件侧与客户预期之间的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议活动主（承）办客户满意度维持高位，整体评价较好，各二级维度均在9分以上，其中会展服务和硬件设施表现最稳，现场对接协调沟通、工作人员服务态度与仪容仪表、设施设备齐全、AV效果等环节达到满分，体现出一线服务执行和场馆基础保障具备较强支撑。配套服务整体处于较好水平，客房服务、保洁服务评价较高。相对来看，短板主要集中在会后回访、餐饮服务、安保服务，以及标识标牌清晰、在线服务渠道便捷、交通流线、休息空间等触点，分值虽仍处较高区间，但与其他指标相比偏弱；其中销售经理业务能力、整体协调和配合、服务响应及时性等项目满意度低于对应重要性感知，后续宜结合重点客户触点持续优化，以巩固整体体验稳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会客户整体满意度达到9.81，处于较高水平，整体体验维持高位。分项来看，会展服务表现最为突出，二级指标达到满分，工作人员仪容仪表、业务技能、服务态度及接待引导均保持10分，茶歇服务品质也接近满分，服务侧稳定性较强。配套服务同样表现良好，安保、保洁均为10分，客房服务为9.87分，餐饮服务为9.55分，整体较为均衡。相对而言，硬件设施是当前偏弱环节，二级指标为9.58分，其中休息空间、AV效果和参会环境评价较好，但短板主要集中在园区停车方便性8.68分和标识标牌清晰度9.24分，交通便利性、厅室匹配性和设施设备齐全虽保持在9.5分以上，但与其重要性相比仍存在一定提升空间。后续可优先围绕停车动线、现场导视及硬件使用便利性持续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务简餐整体满意度为9.59，维持较高水平，服务端表现突出，餐饮服务满意度达9.98，接近满分。其中菜品温度、分量、供应速度、菜品卫生、工作人员服务品质及就餐区域卫生均为10分，就餐区域温度也达到9.84，显示出出品稳定性、服务执行和现场卫生管理表现较强。相较之下，短板主要集中在硬件设施，满意度为9.2，低于整体水平；其中园区停车方便为8.4，是当前最需关注的薄弱点，标识标牌清晰为9.36，也存在一定提升空间，交通便利、容易到达为9.84，整体尚保持较好水平。结合满意度与重要性的对比，后续优化重点应优先放在停车便利性及导视体验等配套环节，以减少硬件侧对整体就餐体验的拉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助餐客户满意度整体维持高位，综合满意度达到10分，各项体验评价均处于满分水平，整体表现稳定。餐饮服务相关指标表现突出，菜肴品种、供应速度、口味口感、地方特色以及工作人员服务品质均为10分，就餐环境中的区域温度与卫生同样保持满分，显示出产品呈现、服务执行与现场环境的一致性较强。硬件设施方面，交通便利性和标识标牌清晰度均获10分，客户在到达与场内识别环节的体验同样顺畅。就现有数据看，各项满意度与对应重要性保持一致，尚未出现明显的体验短板或优先改进项。后续可在保持现有服务水准的基础上，持续关注高分项目的稳定性，确保核心接触点体验延续在较优水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宴会客户满意度整体维持高位，总体得分为9.85，在高满意基础上仍存在局部优化空间。分项看，餐饮服务表现更为突出，得分9.95，其中菜品温度、菜肴品种、供应速度、接待指引、就餐区域卫生及工作人员服务品质均达到满分，构成当前宴会体验的主要优势；菜品口味品相、地方特色及就餐区域温度也保持较高水平。相比之下，硬件设施得分9.75，略低于整体平均，是当前相对偏弱的板块，其中宴会视听设备表现稳定，交通便利性评价较好，但标识标牌清晰和园区停车方便得分分别为9.52和9.6，与重要性之间存在相对更明显差距。后续可优先围绕到场动线识别与停车体验持续优化，进一步巩固宴会场景整体满意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酒店住宿团队满意度维持高位，总体得分9.94，整体服务体验较为稳定。分项中，入住服务表现最为突出，二级指标达到满分10，入住登记、客房服务、离店退房以及人员仪容、态度、业务技能均处于高水平，服务触点表现均衡；餐饮服务同样保持较高评价，得分9.97，送餐服务、零点服务达到满分，自助早餐为9.92，整体处于优良区间。相较之下，硬件设施为9.86，在各板块中相对偏弱，但总体仍属高分水平。其中，适合商务旅行、住宿用品质量、客房私密性均为满分，客房整体环境和设施设备也保持较好表现；短板主要集中在园区停车方便9.33、标识标牌清晰9.74，以及交通便利、容易到达9.87。结合满意度与重要性对比，当前差距主要集中在到达与导引相关环节，后续可将其作为住宿体验优化的优先关注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酒店参会客户整体满意度为9.82，维持高位，整体服务体验较为稳健。分项来看，会展服务表现最优，二级指标满意度达到10分，工作人员仪容仪表、业务技能、服务态度及茶歇服务品质均为满分，体现出一线会务服务交付较为成熟。配套服务保持较好水平，满意度为9.83，其中安保服务、保洁服务均获10分，餐饮服务和客房服务分别为9.67和9.64，整体表现稳定。相较之下，硬件设施为当前相对偏弱板块，满意度为9.63，与整体重要性相比仍存在一定提升空间。其下标识标牌清晰、会议厅室匹配性与方便性、园区停车方便得分分别为9.35、9.45和9分，是目前短板较为集中的环节；交通便利、设施设备齐全、参会环境保持在9.65至9.90之间，休息空间和AV效果表现较好。后续可优先围绕导视、场地适配及停车体验持续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酒店餐饮客户满意度维持高位，整体得分9.85，服务端表现优于设施端。餐饮服务得分9.99，处于非常突出水平，菜品温度、菜肴品种、供应速度、口味品相、接待指引、就餐区域温度与卫生、工作人员服务品质、菜品分量及菜品卫生等指标均达到10分，整体体验稳定性较强；其中菜品地方特色为9.95，菜品口味口相为9.8，虽仍处高位，但相较其他餐饮触点略有回落。硬件设施得分9.72，为当前相对偏弱板块，宴会视听设备、园区停车方便表现较好，均为10分；交通便利、容易到达为9.73，标识标牌清晰为9.68，是设施相关指标中分值相对靠后的环节。结合满意度与重要性差异看，后续需重点关注硬件设施侧，尤其是导视清晰度和到达便利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8255" imgH="8255" progId="TCLayout.ActiveDocument.1">
                  <p:embed/>
                </p:oleObj>
              </mc:Choice>
              <mc:Fallback>
                <p:oleObj name="think-cell 幻灯片" r:id="rId3" imgW="8255" imgH="8255" progId="TCLayout.ActiveDocument.1">
                  <p:embed/>
                  <p:pic>
                    <p:nvPicPr>
                      <p:cNvPr id="0" name="图片 2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689103"/>
            <a:ext cx="65659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3099" y="1120776"/>
            <a:ext cx="6565901" cy="2048122"/>
          </a:xfrm>
        </p:spPr>
        <p:txBody>
          <a:bodyPr vert="horz"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 rot="20346747">
            <a:off x="3618610" y="3906838"/>
            <a:ext cx="77141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 spc="12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732429"/>
            <a:ext cx="1084580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2" b="43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1" name="直接连接符 4"/>
            <p:cNvCxnSpPr/>
            <p:nvPr userDrawn="1"/>
          </p:nvCxnSpPr>
          <p:spPr>
            <a:xfrm flipV="1">
              <a:off x="0" y="2695575"/>
              <a:ext cx="1492143" cy="1466850"/>
            </a:xfrm>
            <a:prstGeom prst="line">
              <a:avLst/>
            </a:prstGeom>
            <a:ln w="22225" cap="rnd">
              <a:solidFill>
                <a:schemeClr val="bg1">
                  <a:lumMod val="85000"/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7" y="342900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7523" y="432435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12" b="431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0487" y="214181"/>
            <a:ext cx="412732" cy="6003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949945" y="1135063"/>
            <a:ext cx="5816598" cy="366799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49946" y="5823229"/>
            <a:ext cx="5816598" cy="31404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49948" y="5526958"/>
            <a:ext cx="5816598" cy="299297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8255" imgH="8255" progId="TCLayout.ActiveDocument.1">
                  <p:embed/>
                </p:oleObj>
              </mc:Choice>
              <mc:Fallback>
                <p:oleObj name="think-cell 幻灯片" r:id="rId11" imgW="8255" imgH="8255" progId="TCLayout.ActiveDocument.1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展览主承办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9.14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9.14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会展服务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9.33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9.27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销售经理服务态度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销售经理业务能力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现场对接协调沟通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现场对接服务效率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报馆流程及服务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现场布置与搭建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在线服务渠道便捷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撤展服务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展后回访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整体协调和配合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服务响应及时性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26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设备租赁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9.71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9.29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交通流线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货运通道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设施设备齐全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展厅使用情况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配套服务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安保服务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保洁服务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智慧场馆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8.5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杭州国博APP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室内导航系统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寻车系统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3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云上看馆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4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展览活动主（承）办客户满意度维持高位，整体评价为9.14，各模块中会展服务和硬件设施表现较强，其中硬件设施达到9.71，成为当前最突出的优势项；会展服务为9.33，销售经理服务态度、业务能力、现场对接协调沟通及服务效率均获10分，体现出前端商务对接和现场协同能力较为稳定。硬件设施方面，园区停车方便、交通便利、标识标牌清晰、设施设备齐全及展厅使用情况均处于高分水平，场馆基础承载能力获得较好认可。相对而言，配套服务表现平稳，安保、保洁均为9分；短板主要集中在智慧场馆，满意度为8.5，低于该模块重要性，尤其寻车系统和云上看馆均为8分，室内导航系统为9分但重要性更高，后续需重点关注数字化触点体验与功能适配度。另需关注设备租赁满意度为9分、低于其重要性10分，存在进一步优化空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参展商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9.65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1085392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会场服务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9.99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现场布置与搭建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9.96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接待引导服务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9.13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9.54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8.79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设施设备齐全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9.33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展厅使用情况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9.13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参展环境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配套服务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9.83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9.5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安保服务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3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保洁服务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4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参展商整体满意度为9.65，维持较高水平，整体服务表现稳定，但各维度之间存在一定分化。会场服务得分9.99，为表现最强板块，工作人员仪容仪表、服务态度、业务技能均为满分，现场布置与搭建也保持高位，体现出现场服务执行较为到位。配套服务满意度为9.83，其中安保服务、保洁服务均获满分，餐饮服务为9.50，整体处于较好水平。相较之下，硬件设施得分9.13，是当前相对薄弱环节，短板主要集中在园区停车方便、标识标牌清晰、展厅使用情况及设施设备齐全等项目，尤其停车方便得分仅8分，与重要性之间存在较明显差距。后续建议优先围绕参展动线、到达便利性及场馆基础配套体验持续优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专业观众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9.77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1085392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会展服务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接待引导服务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9.37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展会路线安排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9.37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9.27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设施设备齐全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9.67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展厅使用情况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9.67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参展环境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9.83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配套服务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9.95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9.85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安保服务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3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保洁服务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4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整体满意度维持高位，专业观众总体满意度为9.77分，在各项评价中呈现出服务强、配套稳、硬件端存在局部短板的特征。会展服务表现最为突出，二级指标达到10分，工作人员仪容仪表、服务态度和业务技能均获满分，体现出一线服务在专业性与服务表现上的稳定输出。配套服务同样保持较高水准，满意度为9.95分，其中安保服务、保洁服务均为10分，餐饮服务为9.85分，整体支撑较为扎实。相较之下，硬件设施为9.37分，低于总体水平，是当前相对偏弱的板块；其中园区停车方便仅8分，与重要性存在较明显差距，是最突出的短板，标识标牌清晰为9.27分、展会路线安排为9.37分，也仍有优化空间。交通便利、参展环境、设施设备齐全和展厅使用情况均处于较好水平。后续可优先围绕停车组织、导视清晰度及动线体验持续优化，以缩小硬件侧与客户预期之间的差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会议主承办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9.47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9.22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会展服务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9.67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9.63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销售经理服务态度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9.71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销售经理业务能力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9.57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现场对接协调沟通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9.86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现场对接服务效率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9.86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9.71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9.57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9.86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9.71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9.57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现场布置与搭建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9.71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9.57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茶歇服务与品质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在线服务渠道便捷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9.43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9.29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报馆流程及服务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9.71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9.57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工程设施设备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9.71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9.57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撤会服务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9.71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9.29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会后回访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9.14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9.57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整体协调和配合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9.71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9.86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服务响应及时性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9.71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9.86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9.66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9.38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9.71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9.43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9.29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9.29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会议厅室匹配性，方便性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9.71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9.43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设施设备齐全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9.43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休息空间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9.4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8.8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9.71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9.43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AV效果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9.83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交通流线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9.43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9.43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配套服务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9.56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9.11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9.14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9.14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安保服务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9.25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保洁服务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9.86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9.29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智慧场馆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8.75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杭州国博APP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室内导航系统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寻车系统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云上看馆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4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会议活动主（承）办客户满意度维持高位，整体评价较好，各二级维度均在9分以上，其中会展服务和硬件设施表现最稳，现场对接协调沟通、工作人员服务态度与仪容仪表、设施设备齐全、AV效果等环节达到满分，体现出一线服务执行和场馆基础保障具备较强支撑。配套服务整体处于较好水平，客房服务、保洁服务评价较高。相对来看，短板主要集中在会后回访、餐饮服务、安保服务，以及标识标牌清晰、在线服务渠道便捷、交通流线、休息空间等触点，分值虽仍处较高区间，但与其他指标相比偏弱；其中销售经理业务能力、整体协调和配合、服务响应及时性等项目满意度低于对应重要性感知，后续宜结合重点客户触点持续优化，以巩固整体体验稳定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参会人员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9.81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646611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会展服务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接待引导服务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茶歇服务品质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9.99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9.58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9.69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9.24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会议厅室匹配性，方便性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9.54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9.99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设施设备齐全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9.58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休息空间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9.99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8.68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AV效果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9.98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参会环境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9.95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配套服务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9.86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9.55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9.87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安保服务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保洁服务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4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参会客户整体满意度达到9.81，处于较高水平，整体体验维持高位。分项来看，会展服务表现最为突出，二级指标达到满分，工作人员仪容仪表、业务技能、服务态度及接待引导均保持10分，茶歇服务品质也接近满分，服务侧稳定性较强。配套服务同样表现良好，安保、保洁均为10分，客房服务为9.87分，餐饮服务为9.55分，整体较为均衡。相对而言，硬件设施是当前偏弱环节，二级指标为9.58分，其中休息空间、AV效果和参会环境评价较好，但短板主要集中在园区停车方便性8.68分和标识标牌清晰度9.24分，交通便利性、厅室匹配性和设施设备齐全虽保持在9.5分以上，但与其重要性相比仍存在一定提升空间。后续可优先围绕停车动线、现场导视及硬件使用便利性持续优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商务简餐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9.59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1085392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48175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9.98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菜品温度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菜品分量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供应速度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菜品卫生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工作人员服务品质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就餐区域温度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9.84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就餐区域卫生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9.2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8.4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9.84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18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9.36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4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商务简餐整体满意度为9.59，维持较高水平，服务端表现突出，餐饮服务满意度达9.98，接近满分。其中菜品温度、分量、供应速度、菜品卫生、工作人员服务品质及就餐区域卫生均为10分，就餐区域温度也达到9.84，显示出出品稳定性、服务执行和现场卫生管理表现较强。相较之下，短板主要集中在硬件设施，满意度为9.2，低于整体水平；其中园区停车方便为8.4，是当前最需关注的薄弱点，标识标牌清晰为9.36，也存在一定提升空间，交通便利、容易到达为9.84，整体尚保持较好水平。结合满意度与重要性的对比，后续优化重点应优先放在停车便利性及导视体验等配套环节，以减少硬件侧对整体就餐体验的拉低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自助餐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1085392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菜肴品种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菜品供应速度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菜品口味口相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菜品地方特色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接待指引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工作人员服务品质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就餐区域温度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就餐区域卫生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1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4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自助餐客户满意度整体维持高位，综合满意度达到10分，各项体验评价均处于满分水平，整体表现稳定。餐饮服务相关指标表现突出，菜肴品种、供应速度、口味口感、地方特色以及工作人员服务品质均为10分，就餐环境中的区域温度与卫生同样保持满分，显示出产品呈现、服务执行与现场环境的一致性较强。硬件设施方面，交通便利性和标识标牌清晰度均获10分，客户在到达与场内识别环节的体验同样顺畅。就现有数据看，各项满意度与对应重要性保持一致，尚未出现明显的体验短板或优先改进项。后续可在保持现有服务水准的基础上，持续关注高分项目的稳定性，确保核心接触点体验延续在较优水平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宴会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9.85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1085392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289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9.95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菜品温度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菜肴品种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菜品供应速度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菜品口味品相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菜品地方特色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9.84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接待指引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就餐区域温度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就餐区域卫生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工作人员服务品质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9.75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9.52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宴会视听设备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9.6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4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宴会客户满意度整体维持高位，总体得分为9.85，在高满意基础上仍存在局部优化空间。分项看，餐饮服务表现更为突出，得分9.95，其中菜品温度、菜肴品种、供应速度、接待指引、就餐区域卫生及工作人员服务品质均达到满分，构成当前宴会体验的主要优势；菜品口味品相、地方特色及就餐区域温度也保持较高水平。相比之下，硬件设施得分9.75，略低于整体平均，是当前相对偏弱的板块，其中宴会视听设备表现稳定，交通便利性评价较好，但标识标牌清晰和园区停车方便得分分别为9.52和9.6，与重要性之间存在相对更明显差距。后续可优先围绕到场动线识别与停车体验持续优化，进一步巩固宴会场景整体满意度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住宿团队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9.94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5262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9.86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9.87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9.74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适合商务旅行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9.33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客房整体环境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9.98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客房设施设备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9.96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住宿用品质量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客房私密性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入住服务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礼宾服务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9.98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入住登记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离店退房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9.97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自助早餐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自助晚餐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送餐服务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315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零点服务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4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酒店住宿团队满意度维持高位，总体得分9.94，整体服务体验较为稳定。分项中，入住服务表现最为突出，二级指标达到满分10，入住登记、客房服务、离店退房以及人员仪容、态度、业务技能均处于高水平，服务触点表现均衡；餐饮服务同样保持较高评价，得分9.97，送餐服务、零点服务达到满分，自助早餐为9.92，整体处于优良区间。相较之下，硬件设施为9.86，在各板块中相对偏弱，但总体仍属高分水平。其中，适合商务旅行、住宿用品质量、客房私密性均为满分，客房整体环境和设施设备也保持较好表现；短板主要集中在园区停车方便9.33、标识标牌清晰9.74，以及交通便利、容易到达9.87。结合满意度与重要性对比，当前差距主要集中在到达与导引相关环节，后续可将其作为住宿体验优化的优先关注点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酒店参会客户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9.82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646611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会展服务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接待引导服务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/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茶歇服务品质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9.63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9.65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9.35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会议厅室匹配性，方便性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9.45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设施设备齐全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9.65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休息空间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AV效果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参会环境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9.9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配套服务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9.83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9.67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9.64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安保服务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保洁服务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4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酒店参会客户整体满意度为9.82，维持高位，整体服务体验较为稳健。分项来看，会展服务表现最优，二级指标满意度达到10分，工作人员仪容仪表、业务技能、服务态度及茶歇服务品质均为满分，体现出一线会务服务交付较为成熟。配套服务保持较好水平，满意度为9.83，其中安保服务、保洁服务均获10分，餐饮服务和客房服务分别为9.67和9.64，整体表现稳定。相较之下，硬件设施为当前相对偏弱板块，满意度为9.63，与整体重要性相比仍存在一定提升空间。其下标识标牌清晰、会议厅室匹配性与方便性、园区停车方便得分分别为9.35、9.45和9分，是目前短板较为集中的环节；交通便利、设施设备齐全、参会环境保持在9.65至9.90之间，休息空间和AV效果表现较好。后续可优先围绕导视、场地适配及停车体验持续优化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酒店餐饮客户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9.85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9.99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菜品温度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菜肴品种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菜品供应速度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菜品口味品相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菜品地方特色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9.95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接待指引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就餐区域温度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就餐区域卫生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工作人员服务品质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菜品口味口相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菜品分量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供应速度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菜品卫生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7543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anchor="ctr" marL="50800" marR="50800" marT="25400" marB="254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9.72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9.68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宴会视听设备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9.73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4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酒店餐饮客户满意度维持高位，整体得分9.85，服务端表现优于设施端。餐饮服务得分9.99，处于非常突出水平，菜品温度、菜肴品种、供应速度、口味品相、接待指引、就餐区域温度与卫生、工作人员服务品质、菜品分量及菜品卫生等指标均达到10分，整体体验稳定性较强；其中菜品地方特色为9.95，菜品口味口相为9.8，虽仍处高位，但相较其他餐饮触点略有回落。硬件设施得分9.72，为当前相对偏弱板块，宴会视听设备、园区停车方便表现较好，均为10分；交通便利、容易到达为9.73，标识标牌清晰为9.68，是设施相关指标中分值相对靠后的环节。结合满意度与重要性差异看，后续需重点关注硬件设施侧，尤其是导视清晰度和到达便利性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139e2a88-c592-4b5f-9711-ddb123b4f82c"/>
  <p:tag name="ISLIDE.TEMPLATE" val="#418440"/>
  <p:tag name="THINKCELLUNDODONOTDELETE" val="0"/>
  <p:tag name="COMMONDATA" val="eyJoZGlkIjoiODBlOWQwN2ZjNDU2Y2MzMGMzMjc5ZTMyYjVjMGM0YzcifQ=="/>
  <p:tag name="RESOURCE_RECORD_KEY" val="{&quot;10&quot;:[20253784],&quot;65&quot;:[20235185],&quot;70&quot;:[3322390,332245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3_主题5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B2648"/>
      </a:accent1>
      <a:accent2>
        <a:srgbClr val="26BB99"/>
      </a:accent2>
      <a:accent3>
        <a:srgbClr val="9098A6"/>
      </a:accent3>
      <a:accent4>
        <a:srgbClr val="908992"/>
      </a:accent4>
      <a:accent5>
        <a:srgbClr val="5B5E71"/>
      </a:accent5>
      <a:accent6>
        <a:srgbClr val="838584"/>
      </a:accent6>
      <a:hlink>
        <a:srgbClr val="C92523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289</TotalTime>
  <Words>7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等线</vt:lpstr>
      <vt:lpstr>Arial</vt:lpstr>
      <vt:lpstr>3_主题5</vt:lpstr>
      <vt:lpstr>think-cell 幻灯片</vt:lpstr>
      <vt:lpstr>项目执行情况—样本收集情况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Mila</dc:creator>
  <cp:lastModifiedBy>张奇进</cp:lastModifiedBy>
  <cp:revision>1466</cp:revision>
  <cp:lastPrinted>2020-04-29T16:00:00Z</cp:lastPrinted>
  <dcterms:created xsi:type="dcterms:W3CDTF">2020-04-29T16:00:00Z</dcterms:created>
  <dcterms:modified xsi:type="dcterms:W3CDTF">2026-04-08T15:59:48Z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4244D058C3234304A8CAFD4066DC7AD4_13</vt:lpwstr>
  </property>
  <property fmtid="{D5CDD505-2E9C-101B-9397-08002B2CF9AE}" pid="4" name="KSOProductBuildVer">
    <vt:lpwstr>2052-12.1.0.25225</vt:lpwstr>
  </property>
</Properties>
</file>