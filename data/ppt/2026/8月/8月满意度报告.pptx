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</p:embeddedFontLst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0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86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总体判断：展览主承办的体验主要由会展服务支撑，销售及现场服务表现稳定；硬件设施、配套服务相对偏弱，其中标识标牌清晰度和餐饮服务是主要短板。</a:t>
            </a:r>
          </a:p>
          <a:p>
            <a:r>
              <a:t>亮点：展览主承办对会展服务评价突出，销售经理、工作人员及服务响应等多项指标达到10分。</a:t>
            </a:r>
          </a:p>
          <a:p>
            <a:r>
              <a:t>关注点：餐饮服务满意度仅8.83，明显低于其他配套服务；标识标牌清晰度为9.56，停车、到达便利性及设施齐全度亦相对偏低。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总体判断：参展商满意度9.73，会场服务与配套服务构成主要支撑；硬件设施相对偏弱，停车、标识标牌及展厅使用仍有提升空间。</a:t>
            </a:r>
          </a:p>
          <a:p>
            <a:r>
              <a:t>亮点：会场服务9.93，人员服务三项均为10分；客房、安保、保洁服务同为10分。</a:t>
            </a:r>
          </a:p>
          <a:p>
            <a:r>
              <a:t>关注点：硬件设施9.43，园区停车9.13、标识标牌9.15，为参展商体验优化重点。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总体判断：专业观众满意度9.79，体验主要由会展服务和配套服务支撑；硬件设施相对偏弱，展会路线安排、标识标牌清晰度仍有提升空间。</a:t>
            </a:r>
          </a:p>
          <a:p>
            <a:r>
              <a:t>亮点：工作人员服务与安保、保洁服务均获满分评价，参展环境满意度达9.93。</a:t>
            </a:r>
          </a:p>
          <a:p>
            <a:r>
              <a:t>关注点：优先优化展馆及园区动线、导视标识和到达指引，提升专业观众现场通行效率。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总体判断：会展服务商体验主要由会展服务和配套服务支撑，现场协同、执行与保障环节得分很高；相对偏弱集中在硬件衔接和智慧场馆。</a:t>
            </a:r>
          </a:p>
          <a:p>
            <a:r>
              <a:t>亮点：会展服务、配套服务均接近满分，现场对接、搭建、回访以及餐饮、安保、保洁表现稳定。</a:t>
            </a:r>
          </a:p>
          <a:p>
            <a:r>
              <a:t>关注点：标识、流线、货运通道和休息空间仍有提升空间，杭州国博APP得分偏低，数字化使用体验需优先补强。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总体判断：会议主承办满意度9.56，体验主要由会展服务支撑，销售对接、现场沟通、茶歇及会后回访表现稳定；硬件设施和配套服务相对偏弱。</a:t>
            </a:r>
          </a:p>
          <a:p>
            <a:r>
              <a:t>关注点：交通便利与交通流线得分偏低，餐饮服务也明显弱于其他项，报馆流程、在线服务渠道和设施设备仍有提升空间。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总体判断：参会人员满意度9.83，体验基础扎实，主要由会展服务满分和配套服务高分支撑；硬件设施相对偏弱，短板集中在标识标牌、停车和会议厅室匹配性。</a:t>
            </a:r>
          </a:p>
          <a:p>
            <a:r>
              <a:t>亮点：工作人员仪容仪表、业务技能、服务态度及茶歇服务均为满分，安保、保洁、AV效果和参会环境也表现突出。</a:t>
            </a:r>
          </a:p>
          <a:p>
            <a:r>
              <a:t>关注点：标识标牌、园区停车、餐饮服务及交通便利度仍有提升空间，需优先优化到达、导引和间歇用餐体验。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总体判断：商务简餐满意度9.76，体验主要由餐饮服务支撑，菜品温度、分量、卫生及服务品质均达高分；相对偏弱的是硬件设施，尤其标识标牌和停车便利。</a:t>
            </a:r>
          </a:p>
          <a:p>
            <a:r>
              <a:t>亮点：餐饮服务得分9.95，供应速度和就餐区域卫生表现稳定，现场用餐体验较顺畅。</a:t>
            </a:r>
          </a:p>
          <a:p>
            <a:r>
              <a:t>关注点：硬件设施仅9.57，标识标牌清晰度与园区停车便利得分偏低，需优先补强到达与导向体验。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总体判断：特色美食廊满意度9.68，体验主要由餐饮服务和基础硬件支撑，服务品质、就餐卫生与停车表现稳定。</a:t>
            </a:r>
          </a:p>
          <a:p>
            <a:r>
              <a:t>亮点：工作人员服务品质、就餐区域卫生、园区停车方便均获满分，菜肴品质和份量也处于较高水平。</a:t>
            </a:r>
          </a:p>
          <a:p>
            <a:r>
              <a:t>关注点：菜品口味品相9.22、标识标牌清晰9.35相对偏弱，交通便利和地方特色仍有提升空间。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总体判断：自助餐体验主要由餐饮服务支撑，菜品供应、口味品相、接待指引、服务品质及就餐卫生均表现稳定；相对偏弱集中在硬件设施。</a:t>
            </a:r>
          </a:p>
          <a:p>
            <a:r>
              <a:t>关注点：园区停车方便、标识标牌清晰评分偏低，交通便利性也略弱，后续应优先补强到达和导引环节。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总体判断：游客满意度达9.98，体验主要由旅游服务和硬件设施的满分表现支撑，售票、卫生、安全、工作人员服务及讲解、交通和标识均表现稳定。</a:t>
            </a:r>
          </a:p>
          <a:p>
            <a:r>
              <a:t>亮点：多数二级、三级指标均为10分，现场服务与基础保障较为扎实。</a:t>
            </a:r>
          </a:p>
          <a:p>
            <a:r>
              <a:t>关注点：景点设施得分9.67，相对偏弱，后续可在展示体验和现场细节上继续提升。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总体判断：旅行社工作人员满意度满分，体验由旅游服务和硬件设施两端共同支撑，售票、景点设施、环境卫生、安全、讲解及到达标识均表现稳定。</a:t>
            </a:r>
          </a:p>
          <a:p>
            <a:r>
              <a:t>亮点：服务态度、仪容仪表与讲解专业性均为满分，现场接待和讲解环节表现扎实。</a:t>
            </a:r>
          </a:p>
          <a:p>
            <a:r>
              <a:t>关注点：未见明显短板，后续可继续保持各触点标准化，防止个别环节波动。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总体判断：散客满意度9.91，体验主要由入住服务支撑，餐饮服务和硬件设施也较稳；相对偏弱集中在交通便利、标识标牌和客房设施设备。</a:t>
            </a:r>
          </a:p>
          <a:p>
            <a:r>
              <a:t>亮点：礼宾、入住登记、工作人员态度和业务技能均为满分，离店退房也接近满分。</a:t>
            </a:r>
          </a:p>
          <a:p>
            <a:r>
              <a:t>关注点：交通便利、标识标牌、客房设施设备及送餐服务分值相对偏低，仍有优化空间。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总体判断：住宿团队体验主要由客房硬件和入住服务支撑，客房环境、设施设备、用品质量、私密性以及入住登记、客房服务、退房等均为满分，接待基础较稳。</a:t>
            </a:r>
          </a:p>
          <a:p>
            <a:r>
              <a:t>关注点：餐饮服务相对偏弱，送餐服务仅8分；交通便利和标识标牌均为9分，入住环节外的动线体验仍有提升空间。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总体判断：酒店参会客户满意度9.94，体验主要由会展服务和配套服务的满分表现支撑，硬件设施相对偏弱。</a:t>
            </a:r>
          </a:p>
          <a:p>
            <a:r>
              <a:t>亮点：工作人员仪容仪表、业务技能、服务态度及茶歇、餐饮、客房、安保、保洁均获满分。</a:t>
            </a:r>
          </a:p>
          <a:p>
            <a:r>
              <a:t>关注点：硬件设施中标识标牌清晰度最低，会议厅室匹配性和设施设备齐全度仍有提升空间。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总体判断：酒店餐饮客户满意度9.97，餐饮服务与硬件设施共同支撑体验，口味品相、接待指引、视听设备和标识清晰度都很稳。</a:t>
            </a:r>
          </a:p>
          <a:p>
            <a:r>
              <a:t>亮点：菜品温度、接待指引、标识标牌清晰、宴会视听设备均达10分，现场执行到位。</a:t>
            </a:r>
          </a:p>
          <a:p>
            <a:r>
              <a:t>关注点：菜肴品种9.78为相对偏弱项，且与重要性存在差距；就餐区域温度9.9，也还有优化空间。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会展类客户满意度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/02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展览主承办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设备租赁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84256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总体判断：展览主承办的体验主要由会展服务支撑，销售及现场服务表现稳定；硬件设施、配套服务相对偏弱，其中标识标牌清晰度和餐饮服务是主要短板。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亮点：展览主承办对会展服务评价突出，销售经理、工作人员及服务响应等多项指标达到10分。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关注点：餐饮服务满意度仅8.83，明显低于其他配套服务；标识标牌清晰度为9.56，停车、到达便利性及设施齐全度亦相对偏低。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会场服务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总体判断：参展商满意度9.73，会场服务与配套服务构成主要支撑；硬件设施相对偏弱，停车、标识标牌及展厅使用仍有提升空间。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亮点：会场服务9.93，人员服务三项均为10分；客房、安保、保洁服务同为10分。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关注点：硬件设施9.43，园区停车9.13、标识标牌9.15，为参展商体验优化重点。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专业观众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展会路线安排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总体判断：专业观众满意度9.79，体验主要由会展服务和配套服务支撑；硬件设施相对偏弱，展会路线安排、标识标牌清晰度仍有提升空间。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亮点：工作人员服务与安保、保洁服务均获满分评价，参展环境满意度达9.93。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关注点：优先优化展馆及园区动线、导视标识和到达指引，提升专业观众现场通行效率。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工程设备服务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园区停车便利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快递物流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总体判断：会展服务商体验主要由会展服务和配套服务支撑，现场协同、执行与保障环节得分很高；相对偏弱集中在硬件衔接和智慧场馆。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亮点：会展服务、配套服务均接近满分，现场对接、搭建、回访以及餐饮、安保、保洁表现稳定。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关注点：标识、流线、货运通道和休息空间仍有提升空间，杭州国博APP得分偏低，数字化使用体验需优先补强。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231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总体判断：会议主承办满意度9.56，体验主要由会展服务支撑，销售对接、现场沟通、茶歇及会后回访表现稳定；硬件设施和配套服务相对偏弱。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关注点：交通便利与交通流线得分偏低，餐饮服务也明显弱于其他项，报馆流程、在线服务渠道和设施设备仍有提升空间。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84256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总体判断：参会人员满意度9.83，体验基础扎实，主要由会展服务满分和配套服务高分支撑；硬件设施相对偏弱，短板集中在标识标牌、停车和会议厅室匹配性。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亮点：工作人员仪容仪表、业务技能、服务态度及茶歇服务均为满分，安保、保洁、AV效果和参会环境也表现突出。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关注点：标识标牌、园区停车、餐饮服务及交通便利度仍有提升空间，需优先优化到达、导引和间歇用餐体验。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餐饮类客户满意度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/03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商务简餐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菜品分量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50674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总体判断：商务简餐满意度9.76，体验主要由餐饮服务支撑，菜品温度、分量、卫生及服务品质均达高分；相对偏弱的是硬件设施，尤其标识标牌和停车便利。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亮点：餐饮服务得分9.95，供应速度和就餐区域卫生表现稳定，现场用餐体验较顺畅。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关注点：硬件设施仅9.57，标识标牌清晰度与园区停车便利得分偏低，需优先补强到达与导向体验。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特色美食廊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菜肴份量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总体判断：特色美食廊满意度9.68，体验主要由餐饮服务和基础硬件支撑，服务品质、就餐卫生与停车表现稳定。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亮点：工作人员服务品质、就餐区域卫生、园区停车方便均获满分，菜肴品质和份量也处于较高水平。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关注点：菜品口味品相9.22、标识标牌清晰9.35相对偏弱，交通便利和地方特色仍有提升空间。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8.17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8.17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087293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总体判断：自助餐体验主要由餐饮服务支撑，菜品供应、口味品相、接待指引、服务品质及就餐卫生均表现稳定；相对偏弱集中在硬件设施。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关注点：园区停车方便、标识标牌清晰评分偏低，交通便利性也略弱，后续应优先补强到达和导引环节。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dirty="0"/>
                <a:t>G20</a:t>
              </a:r>
              <a:r>
                <a:rPr lang="zh-CN" altLang="en-US" dirty="0"/>
                <a:t>峰会体验场馆满意度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/04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游客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总体判断：游客满意度达9.98，体验主要由旅游服务和硬件设施的满分表现支撑，售票、卫生、安全、工作人员服务及讲解、交通和标识均表现稳定。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亮点：多数二级、三级指标均为10分，现场服务与基础保障较为扎实。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关注点：景点设施得分9.67，相对偏弱，后续可在展示体验和现场细节上继续提升。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旅行社工作人员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总体判断：旅行社工作人员满意度满分，体验由旅游服务和硬件设施两端共同支撑，售票、景点设施、环境卫生、安全、讲解及到达标识均表现稳定。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亮点：服务态度、仪容仪表与讲解专业性均为满分，现场接待和讲解环节表现扎实。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关注点：未见明显短板，后续可继续保持各触点标准化，防止个别环节波动。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酒店客户满意度及酒店暗访评分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/05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散客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自助晚餐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零点服务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总体判断：散客满意度9.91，体验主要由入住服务支撑，餐饮服务和硬件设施也较稳；相对偏弱集中在交通便利、标识标牌和客房设施设备。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亮点：礼宾、入住登记、工作人员态度和业务技能均为满分，离店退房也接近满分。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关注点：交通便利、标识标牌、客房设施设备及送餐服务分值相对偏低，仍有优化空间。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住宿团队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7589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总体判断：住宿团队体验主要由客房硬件和入住服务支撑，客房环境、设施设备、用品质量、私密性以及入住登记、客房服务、退房等均为满分，接待基础较稳。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关注点：餐饮服务相对偏弱，送餐服务仅8分；交通便利和标识标牌均为9分，入住环节外的动线体验仍有提升空间。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酒店参会客户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总体判断：酒店参会客户满意度9.94，体验主要由会展服务和配套服务的满分表现支撑，硬件设施相对偏弱。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亮点：工作人员仪容仪表、业务技能、服务态度及茶歇、餐饮、客房、安保、保洁均获满分。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关注点：硬件设施中标识标牌清晰度最低，会议厅室匹配性和设施设备齐全度仍有提升空间。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酒店餐饮客户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总体判断：酒店餐饮客户满意度9.97，餐饮服务与硬件设施共同支撑体验，口味品相、接待指引、视听设备和标识清晰度都很稳。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亮点：菜品温度、接待指引、标识标牌清晰、宴会视听设备均达10分，现场执行到位。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关注点：菜肴品种9.78为相对偏弱项，且与重要性存在差距；就餐区域温度9.9，也还有优化空间。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289</TotalTime>
  <Words>7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等线</vt:lpstr>
      <vt:lpstr>Arial</vt:lpstr>
      <vt:lpstr>3_主题5</vt:lpstr>
      <vt:lpstr>think-cell 幻灯片</vt:lpstr>
      <vt:lpstr>项目执行情况—样本收集情况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2026-04-08T15:59:48Z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