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总体判断：展览主承办满意度达9.88，体验主要由会展服务的现场执行与协同配合支撑，现场沟通、响应效率、报馆及布撤展等环节表现稳定；相对偏弱集中在硬件通行体验与配套餐饮。</a:t>
            </a:r>
          </a:p>
          <a:p>
            <a:r>
              <a:t>亮点：展览主承办对会展服务认可度最高，现场对接、服务效率、工作人员专业表现及报馆、搭建、撤展等关键触点均获满分，服务链条完整度较强。</a:t>
            </a:r>
          </a:p>
          <a:p>
            <a:r>
              <a:t>关注点：销售经理服务态度与业务能力、整体协调和配合，以及园区停车、交通流线和餐饮服务分值低于其他细项，需作为后续体验优化的优先观察点。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总体判断：参展商满意度为9.64，体验基础主要由会场服务和配套服务支撑，工作人员仪容、态度、业务技能及客房、安保、保洁均获满分；相较之下，硬件设施仍是相对偏弱环节。</a:t>
            </a:r>
          </a:p>
          <a:p>
            <a:r>
              <a:t>关注点：参展商对园区停车方便、设施设备齐全、展厅使用情况的评分偏低，交通便利和标识标牌清晰也低于整体水平，硬件侧体验一致性仍有提升空间。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总体判断：专业观众满意度为9.75，体验主要由会展服务与配套保障支撑，工作人员服务、安保保洁及客房相关评价集中在满分水平；相对偏弱之处集中在硬件设施。</a:t>
            </a:r>
          </a:p>
          <a:p>
            <a:r>
              <a:t>亮点：专业观众对会展服务给予满分评价，工作人员仪容仪表、服务态度、业务技能均表现稳定，配套服务中的客房、安保、保洁也形成较强支撑。</a:t>
            </a:r>
          </a:p>
          <a:p>
            <a:r>
              <a:t>关注点：专业观众对硬件设施感知偏弱，展厅使用情况、设施设备齐全、餐饮服务，以及标识标牌和展会路线安排评分相对靠后，宜优先关注到场动线与现场使用体验。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总体判断：会展服务商满意度为10分，评价覆盖会展服务、硬件设施与配套服务三大板块，现场协同、响应效率、流程服务及基础配套均获满分，体验表现均衡且稳定。</a:t>
            </a:r>
          </a:p>
          <a:p>
            <a:r>
              <a:t>亮点：会展服务商对前中后场服务衔接、现场执行配合以及交通、物流、餐饮、安保等配套环节评价一致，为满分水平。</a:t>
            </a:r>
          </a:p>
          <a:p>
            <a:r>
              <a:t>关注点：会展服务商各项评分均为满分，现阶段数据未呈现相对偏弱板块，后续可结合更多周期与反馈样本持续验证体验稳定性。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总体判断：会议主承办满意度为9.71，体验主要由会展服务端的高分表现支撑，销售、现场协同、响应效率等关键触点评价集中在满分；相对偏弱集中在硬件设施与配套服务。</a:t>
            </a:r>
          </a:p>
          <a:p>
            <a:r>
              <a:t>关注点：会议主承办对餐饮服务评价最低，其次为标识标牌、厅室匹配、园区停车及交通流线，硬件导视与到场、场内通行相关体验仍有提升空间。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总体判断：参会人员满意度达到9.8，体验基础主要由会展服务满分表现和配套服务稳定支撑；相较之下，硬件设施仍是相对偏弱板块，特别是停车便利、标识标牌及厅室匹配性。</a:t>
            </a:r>
          </a:p>
          <a:p>
            <a:r>
              <a:t>亮点：参会人员对工作人员形象、技能、态度及茶歇服务评价均为10分，安保、保洁等现场保障环节表现稳健，参会环境评价也接近满分。</a:t>
            </a:r>
          </a:p>
          <a:p>
            <a:r>
              <a:t>关注点：硬件设施中园区停车方便9.14、标识标牌清晰9.21，为参会人员感知较弱环节；同时会议厅室匹配性和设施设备齐全度仍有提升空间。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总体判断：商务简餐满意度为9.79，体验主要由餐饮服务支撑，菜品分量、供应速度、卫生及服务品质均获满分；硬件设施相对偏弱，就餐区域温度和标识标牌清晰度是主要关注点。</a:t>
            </a:r>
          </a:p>
          <a:p>
            <a:r>
              <a:t>关注点：商务简餐需优先留意就餐环境舒适性与动线指引，其中就餐区域温度9.5、标识标牌清晰度9.56，均低于其他核心体验项。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总体判断：特色美食廊满意度为9.55，体验主要由服务品质、就餐卫生及停车便利支撑，餐饮服务板块弱于硬件设施，其中菜品口味口相、菜肴品质及地方特色相对偏弱。</a:t>
            </a:r>
          </a:p>
          <a:p>
            <a:r>
              <a:t>关注点：特色美食廊需优先关注餐饮核心体验，菜品口味口相为最低分项，其次是菜肴品质；同时标识标牌清晰度、就餐区域温度和到达便利性也存在提升空间。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总体判断：婚宴满意度达到9.8，体验主要由餐饮服务支撑，菜品口味品相、供应速度、卫生以及人员服务相关触点均获满分；相较之下，硬件设施表现偏弱。</a:t>
            </a:r>
          </a:p>
          <a:p>
            <a:r>
              <a:t>亮点：婚宴餐饮服务满意度达9.95，多个核心服务触点集中在10分，服务稳定性较强。</a:t>
            </a:r>
          </a:p>
          <a:p>
            <a:r>
              <a:t>关注点：婚宴需优先关注硬件设施中的标识标牌清晰度和就餐区域温度，两项评分分别为9.27和9.64，在现有评价中相对偏弱。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总体判断：自助餐满意度达到满分，体验基础扎实，餐饮服务与硬件设施均获得一致认可，客户感知稳定且集中。</a:t>
            </a:r>
          </a:p>
          <a:p>
            <a:r>
              <a:t>亮点：自助餐在菜肴品种、供应速度、口味口相、地方特色，以及服务品质、就餐环境和交通到达等环节均为满分，优势覆盖用餐核心触点。</a:t>
            </a:r>
          </a:p>
          <a:p>
            <a:r>
              <a:t>关注点：自助餐各项评分均处高位，现阶段未见明显弱势项；后续可重点关注高分项目的稳定保持，避免核心体验波动。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总体判断：宴会满意度为9.48，体验主要由餐饮服务支撑，菜品温度、接待指引及工作人员服务品质表现稳定；相对偏弱集中在硬件设施，其中停车便利性最需优先关注。</a:t>
            </a:r>
          </a:p>
          <a:p>
            <a:r>
              <a:t>关注点：宴会在硬件设施上的评价低于餐饮服务，园区停车方便仅8分，与其他环节差距明显；同时标识标牌清晰、交通便利性仍有提升空间。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总体判断：游客满意度为满分，体验稳定且均衡，旅游服务与硬件设施两大板块均获得高评价，现场接待、讲解服务、环境秩序及到达便利性共同支撑了整体感受。</a:t>
            </a:r>
          </a:p>
          <a:p>
            <a:r>
              <a:t>亮点：游客对景点设施、环境卫生、安全服务、工作人员形象与服务态度、讲解专业性，以及交通便利和标识清晰度均给予满分评价，服务触点表现完整。</a:t>
            </a:r>
          </a:p>
          <a:p>
            <a:r>
              <a:t>关注点：游客各项评分均处于满分区间，现阶段未见明显弱势项，后续可继续关注高标准执行的一致性。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总体判断：住宿团队满意度达9.98，体验主要由入住服务与餐饮服务满分表现支撑，客房环境、用品质量与私密性评价稳健；硬件设施相对偏弱，标识标牌清晰和交通便利仍低于其他触点。</a:t>
            </a:r>
          </a:p>
          <a:p>
            <a:r>
              <a:t>亮点：住宿团队在入住登记、客房服务、退房办理及早餐、送餐、零点等环节均获满分，前台与客房协同服务表现稳定。</a:t>
            </a:r>
          </a:p>
          <a:p>
            <a:r>
              <a:t>关注点：住宿团队的优化空间主要集中在到达与动线感知，尤其是标识标牌清晰度分值最低，需优先关注其对抵达和入住前体验的一致性影响。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总体判断：酒店参会客户满意度达9.88，体验基础主要由会展服务满分和配套服务高分支撑，服务执行稳定；相较之下，硬件设施为相对偏弱环节，交通便利、会议厅室匹配性及标识清晰度仍有提升空间。</a:t>
            </a:r>
          </a:p>
          <a:p>
            <a:r>
              <a:t>亮点：酒店参会客户对会展服务给予满分评价，工作人员形象、技能、态度及茶歇服务表现一致，餐饮、安保、保洁等配套环节评价也较为集中。</a:t>
            </a:r>
          </a:p>
          <a:p>
            <a:r>
              <a:t>关注点：酒店参会客户对硬件相关体验的感受略低于其他模块，尤其是交通便利、会议厅室匹配性，以及客房服务、休息空间等接待衔接环节，需重点关注。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总体判断：酒店餐饮客户满意度为9.89，体验主要由餐饮服务稳定支撑，菜品温度、品种、供应速度及服务品质评价突出；硬件设施相对偏弱，餐饮口味品相、标识标牌清晰度和到达便利性是主要关注环节。</a:t>
            </a:r>
          </a:p>
          <a:p>
            <a:r>
              <a:t>亮点：酒店餐饮客户在餐饮基础服务上的体验较稳，菜品温度、菜肴品种、供应速度、就餐区域卫生及工作人员服务品质均获满分评价。</a:t>
            </a:r>
          </a:p>
          <a:p>
            <a:r>
              <a:t>关注点：相较其他环节，酒店餐饮客户对餐饮口味品相、标识标牌清晰度及交通便利性的评分偏低，优先级高于零散体验问题。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总体判断：展览主承办满意度达9.88，体验主要由会展服务的现场执行与协同配合支撑，现场沟通、响应效率、报馆及布撤展等环节表现稳定；相对偏弱集中在硬件通行体验与配套餐饮。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亮点：展览主承办对会展服务认可度最高，现场对接、服务效率、工作人员专业表现及报馆、搭建、撤展等关键触点均获满分，服务链条完整度较强。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关注点：销售经理服务态度与业务能力、整体协调和配合，以及园区停车、交通流线和餐饮服务分值低于其他细项，需作为后续体验优化的优先观察点。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总体判断：参展商满意度为9.64，体验基础主要由会场服务和配套服务支撑，工作人员仪容、态度、业务技能及客房、安保、保洁均获满分；相较之下，硬件设施仍是相对偏弱环节。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关注点：参展商对园区停车方便、设施设备齐全、展厅使用情况的评分偏低，交通便利和标识标牌清晰也低于整体水平，硬件侧体验一致性仍有提升空间。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907419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总体判断：专业观众满意度为9.75，体验主要由会展服务与配套保障支撑，工作人员服务、安保保洁及客房相关评价集中在满分水平；相对偏弱之处集中在硬件设施。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亮点：专业观众对会展服务给予满分评价，工作人员仪容仪表、服务态度、业务技能均表现稳定，配套服务中的客房、安保、保洁也形成较强支撑。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关注点：专业观众对硬件设施感知偏弱，展厅使用情况、设施设备齐全、餐饮服务，以及标识标牌和展会路线安排评分相对靠后，宜优先关注到场动线与现场使用体验。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总体判断：会展服务商满意度为10分，评价覆盖会展服务、硬件设施与配套服务三大板块，现场协同、响应效率、流程服务及基础配套均获满分，体验表现均衡且稳定。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亮点：会展服务商对前中后场服务衔接、现场执行配合以及交通、物流、餐饮、安保等配套环节评价一致，为满分水平。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关注点：会展服务商各项评分均为满分，现阶段数据未呈现相对偏弱板块，后续可结合更多周期与反馈样本持续验证体验稳定性。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总体判断：会议主承办满意度为9.71，体验主要由会展服务端的高分表现支撑，销售、现场协同、响应效率等关键触点评价集中在满分；相对偏弱集中在硬件设施与配套服务。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关注点：会议主承办对餐饮服务评价最低，其次为标识标牌、厅室匹配、园区停车及交通流线，硬件导视与到场、场内通行相关体验仍有提升空间。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总体判断：参会人员满意度达到9.8，体验基础主要由会展服务满分表现和配套服务稳定支撑；相较之下，硬件设施仍是相对偏弱板块，特别是停车便利、标识标牌及厅室匹配性。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亮点：参会人员对工作人员形象、技能、态度及茶歇服务评价均为10分，安保、保洁等现场保障环节表现稳健，参会环境评价也接近满分。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关注点：硬件设施中园区停车方便9.14、标识标牌清晰9.21，为参会人员感知较弱环节；同时会议厅室匹配性和设施设备齐全度仍有提升空间。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总体判断：商务简餐满意度为9.79，体验主要由餐饮服务支撑，菜品分量、供应速度、卫生及服务品质均获满分；硬件设施相对偏弱，就餐区域温度和标识标牌清晰度是主要关注点。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关注点：商务简餐需优先留意就餐环境舒适性与动线指引，其中就餐区域温度9.5、标识标牌清晰度9.56，均低于其他核心体验项。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0947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总体判断：特色美食廊满意度为9.55，体验主要由服务品质、就餐卫生及停车便利支撑，餐饮服务板块弱于硬件设施，其中菜品口味口相、菜肴品质及地方特色相对偏弱。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关注点：特色美食廊需优先关注餐饮核心体验，菜品口味口相为最低分项，其次是菜肴品质；同时标识标牌清晰度、就餐区域温度和到达便利性也存在提升空间。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4256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总体判断：婚宴满意度达到9.8，体验主要由餐饮服务支撑，菜品口味品相、供应速度、卫生以及人员服务相关触点均获满分；相较之下，硬件设施表现偏弱。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亮点：婚宴餐饮服务满意度达9.95，多个核心服务触点集中在10分，服务稳定性较强。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关注点：婚宴需优先关注硬件设施中的标识标牌清晰度和就餐区域温度，两项评分分别为9.27和9.64，在现有评价中相对偏弱。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总体判断：自助餐满意度达到满分，体验基础扎实，餐饮服务与硬件设施均获得一致认可，客户感知稳定且集中。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亮点：自助餐在菜肴品种、供应速度、口味口相、地方特色，以及服务品质、就餐环境和交通到达等环节均为满分，优势覆盖用餐核心触点。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关注点：自助餐各项评分均处高位，现阶段未见明显弱势项；后续可重点关注高分项目的稳定保持，避免核心体验波动。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总体判断：宴会满意度为9.48，体验主要由餐饮服务支撑，菜品温度、接待指引及工作人员服务品质表现稳定；相对偏弱集中在硬件设施，其中停车便利性最需优先关注。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关注点：宴会在硬件设施上的评价低于餐饮服务，园区停车方便仅8分，与其他环节差距明显；同时标识标牌清晰、交通便利性仍有提升空间。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总体判断：游客满意度为满分，体验稳定且均衡，旅游服务与硬件设施两大板块均获得高评价，现场接待、讲解服务、环境秩序及到达便利性共同支撑了整体感受。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亮点：游客对景点设施、环境卫生、安全服务、工作人员形象与服务态度、讲解专业性，以及交通便利和标识清晰度均给予满分评价，服务触点表现完整。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关注点：游客各项评分均处于满分区间，现阶段未见明显弱势项，后续可继续关注高标准执行的一致性。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89565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总体判断：住宿团队满意度达9.98，体验主要由入住服务与餐饮服务满分表现支撑，客房环境、用品质量与私密性评价稳健；硬件设施相对偏弱，标识标牌清晰和交通便利仍低于其他触点。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亮点：住宿团队在入住登记、客房服务、退房办理及早餐、送餐、零点等环节均获满分，前台与客房协同服务表现稳定。</a:t>
            </a:r>
          </a:p>
          <a:p>
            <a:pPr algn="l" indent="355600">
              <a:lnSpc>
                <a:spcPct val="122000"/>
              </a:lnSpc>
              <a:spcAft>
                <a:spcPts val="563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关注点：住宿团队的优化空间主要集中在到达与动线感知，尤其是标识标牌清晰度分值最低，需优先关注其对抵达和入住前体验的一致性影响。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958865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08000"/>
              </a:lnSpc>
              <a:spcAft>
                <a:spcPts val="498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总体判断：酒店参会客户满意度达9.88，体验基础主要由会展服务满分和配套服务高分支撑，服务执行稳定；相较之下，硬件设施为相对偏弱环节，交通便利、会议厅室匹配性及标识清晰度仍有提升空间。</a:t>
            </a:r>
          </a:p>
          <a:p>
            <a:pPr algn="l" indent="355600">
              <a:lnSpc>
                <a:spcPct val="108000"/>
              </a:lnSpc>
              <a:spcAft>
                <a:spcPts val="498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亮点：酒店参会客户对会展服务给予满分评价，工作人员形象、技能、态度及茶歇服务表现一致，餐饮、安保、保洁等配套环节评价也较为集中。</a:t>
            </a:r>
          </a:p>
          <a:p>
            <a:pPr algn="l" indent="355600">
              <a:lnSpc>
                <a:spcPct val="108000"/>
              </a:lnSpc>
              <a:spcAft>
                <a:spcPts val="498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关注点：酒店参会客户对硬件相关体验的感受略低于其他模块，尤其是交通便利、会议厅室匹配性，以及客房服务、休息空间等接待衔接环节，需重点关注。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菜品口味口相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907419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总体判断：酒店餐饮客户满意度为9.89，体验主要由餐饮服务稳定支撑，菜品温度、品种、供应速度及服务品质评价突出；硬件设施相对偏弱，餐饮口味品相、标识标牌清晰度和到达便利性是主要关注环节。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亮点：酒店餐饮客户在餐饮基础服务上的体验较稳，菜品温度、菜肴品种、供应速度、就餐区域卫生及工作人员服务品质均获满分评价。</a:t>
            </a:r>
          </a:p>
          <a:p>
            <a:pPr algn="l" indent="355600">
              <a:lnSpc>
                <a:spcPct val="114000"/>
              </a:lnSpc>
              <a:spcAft>
                <a:spcPts val="526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关注点：相较其他环节，酒店餐饮客户对餐饮口味品相、标识标牌清晰度及交通便利性的评分偏低，优先级高于零散体验问题。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