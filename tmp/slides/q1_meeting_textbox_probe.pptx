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953" r:id="rId2"/>
    <p:sldId id="954" r:id="rId13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项目执行情况</a:t>
            </a:r>
            <a:r>
              <a:rPr lang="en-US" altLang="zh-CN" dirty="0"/>
              <a:t>—</a:t>
            </a:r>
            <a:r>
              <a:rPr lang="zh-CN" altLang="en-US" dirty="0"/>
              <a:t>样本收集情况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02000"/>
              </a:lnSpc>
              <a:spcAft>
                <a:spcPts val="47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总体判断：会议主承办满意度主要由会展服务支撑，现场对接、人员服务态度与效率等环节评分突出；拖累项集中在硬件设施，尤其标识标牌、设施设备齐全度及休息空间，拉低整体体验。</a:t>
            </a:r>
          </a:p>
          <a:p>
            <a:pPr algn="l" indent="355600">
              <a:lnSpc>
                <a:spcPct val="102000"/>
              </a:lnSpc>
              <a:spcAft>
                <a:spcPts val="47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亮点：会展服务表现最强，现场对接协调沟通、工作人员仪容仪表和服务态度均为满分，配套服务中的客房服务、保洁服务也维持较好水平。</a:t>
            </a:r>
          </a:p>
          <a:p>
            <a:pPr algn="l" indent="355600">
              <a:lnSpc>
                <a:spcPct val="102000"/>
              </a:lnSpc>
              <a:spcAft>
                <a:spcPts val="47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关注点：硬件设施短板更集中，标识标牌清晰度为各项最低，设施设备齐全、交通流线及交通便利性与重要性相比仍有提升空间；配套服务中的餐饮服务评分也偏低。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5223_1"/>
  <p:tag name="KSO_WM_TEMPLATE_SUBCATEGORY" val="0"/>
  <p:tag name="KSO_WM_TEMPLATE_MASTER_TYPE" val="0"/>
  <p:tag name="KSO_WM_TEMPLATE_COLOR_TYPE" val="1"/>
  <p:tag name="KSO_WM_SLIDE_TYPE" val="text"/>
  <p:tag name="KSO_WM_SLIDE_SUBTYPE" val="picTxt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223"/>
  <p:tag name="KSO_WM_SLIDE_LAYOUT" val="a_f_β_l"/>
  <p:tag name="KSO_WM_SLIDE_LAYOUT_CNT" val="1_1_1_1"/>
  <p:tag name="KSO_WM_TEMPLATE_THUMBS_INDEX" val="1、4、7、12、13、14、15、16、17、18、20、24、25、28、33、36、40、43、44"/>
  <p:tag name="KSO_WM_SLIDE_SIZE" val="229.9*349.05"/>
  <p:tag name="KSO_WM_SLIDE_POSITION" val="55.25*122.075"/>
  <p:tag name="KSO_WM_DIAGRAM_GROUP_CODE" val="l1-1"/>
  <p:tag name="KSO_WM_SLIDE_DIAGTYPE" val="l"/>
  <p:tag name="RESOURCE_RECORD_KEY" val="{&quot;10&quot;:[3504402,4450706,20248353,21572539,3645084,20253784],&quot;65&quot;:[20235223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5223_1*a*1"/>
  <p:tag name="KSO_WM_TEMPLATE_CATEGORY" val="custom"/>
  <p:tag name="KSO_WM_TEMPLATE_INDEX" val="20235223"/>
  <p:tag name="KSO_WM_UNIT_LAYERLEVEL" val="1"/>
  <p:tag name="KSO_WM_TAG_VERSION" val="3.0"/>
  <p:tag name="KSO_WM_BEAUTIFY_FLAG" val="#wm#"/>
  <p:tag name="KSO_WM_UNIT_VALUE" val="23"/>
  <p:tag name="KSO_WM_UNIT_PRESET_TEXT" val="添加文档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